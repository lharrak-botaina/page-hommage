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Comfortaa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Comfortaa-bold.fntdata"/><Relationship Id="rId16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36da11f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36da11f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36da11f8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36da11f8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f36da11f8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f36da11f8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f36da11f8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f36da11f8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36da11f8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36da11f8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900">
                <a:latin typeface="Times New Roman"/>
                <a:ea typeface="Times New Roman"/>
                <a:cs typeface="Times New Roman"/>
                <a:sym typeface="Times New Roman"/>
              </a:rPr>
              <a:t>page hommage</a:t>
            </a:r>
            <a:endParaRPr sz="4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5873275" y="3270925"/>
            <a:ext cx="2970300" cy="14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fr" sz="2220">
                <a:latin typeface="Times New Roman"/>
                <a:ea typeface="Times New Roman"/>
                <a:cs typeface="Times New Roman"/>
                <a:sym typeface="Times New Roman"/>
              </a:rPr>
              <a:t>Préparé</a:t>
            </a:r>
            <a:r>
              <a:rPr lang="fr" sz="2220">
                <a:latin typeface="Times New Roman"/>
                <a:ea typeface="Times New Roman"/>
                <a:cs typeface="Times New Roman"/>
                <a:sym typeface="Times New Roman"/>
              </a:rPr>
              <a:t> par :</a:t>
            </a:r>
            <a:endParaRPr sz="2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fr" sz="1700">
                <a:latin typeface="Times New Roman"/>
                <a:ea typeface="Times New Roman"/>
                <a:cs typeface="Times New Roman"/>
                <a:sym typeface="Times New Roman"/>
              </a:rPr>
              <a:t>- Lharrak Botaina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latin typeface="Arial"/>
                <a:ea typeface="Arial"/>
                <a:cs typeface="Arial"/>
                <a:sym typeface="Arial"/>
              </a:rPr>
              <a:t>Encadrement :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Arial"/>
                <a:ea typeface="Arial"/>
                <a:cs typeface="Arial"/>
                <a:sym typeface="Arial"/>
              </a:rPr>
              <a:t>Prof. Essaraj Fouad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6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Besoin 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rgbClr val="ADADAD"/>
                </a:solidFill>
              </a:rPr>
              <a:t> </a:t>
            </a:r>
            <a:r>
              <a:rPr lang="fr" sz="2500">
                <a:solidFill>
                  <a:srgbClr val="ADADAD"/>
                </a:solidFill>
                <a:latin typeface="Comfortaa"/>
                <a:ea typeface="Comfortaa"/>
                <a:cs typeface="Comfortaa"/>
                <a:sym typeface="Comfortaa"/>
              </a:rPr>
              <a:t>Réalisation d’un page hommage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Exemple page hommage</a:t>
            </a:r>
            <a:endParaRPr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738" y="1620775"/>
            <a:ext cx="7458534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Pour réalisé un page hommage :</a:t>
            </a:r>
            <a:endParaRPr sz="18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69570" lvl="0" marL="74295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❏"/>
            </a:pPr>
            <a:r>
              <a:rPr lang="f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nom et prénom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9570" lvl="0" marL="7429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❏"/>
            </a:pPr>
            <a:r>
              <a:rPr lang="f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personnelles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9570" lvl="0" marL="7429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❏"/>
            </a:pPr>
            <a:r>
              <a:rPr lang="f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Biographie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technique: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omfortaa"/>
              <a:buChar char="➔"/>
            </a:pPr>
            <a:r>
              <a:rPr lang="fr" sz="27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Utilisation  CSS:</a:t>
            </a:r>
            <a:endParaRPr sz="27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8572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f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Position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8572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f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Font (font google)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8572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f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Modèle de boite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conception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075" y="1604175"/>
            <a:ext cx="4048082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